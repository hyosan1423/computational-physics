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Band Gap of the SSH Chain
발표 시간: 15초 | 구성: question
- 인사, SSH 사슬의 밴드갭
- tight-binding 모형은 수업 범위 밖 → 직접 공부해서 적용
- 행렬 대각화로 계산하고 검증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Motivation: from atoms to bands
발표 시간: 35초 | 구성: question
- N개 원자 → N개 준위 → 밴드 (왼쪽 그림)
- 빈 구간 = 갭 → 금속과 반도체를 가름
- 짧은 결합과 긴 결합이 번갈아 → 갭 (오른쪽은 모식도, 계산 아님)
- 가장 단순한 모형 = SSH 사슬 (1979, 폴리아세틸렌 설명용)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Question and quantities
발표 시간: 25초 | 구성: question
- 질문 하나: t2/t1에 따른 갭, 유한 사슬의 수렴
- 계산할 양 3개: 밴드, 갭, 유한 사슬의 최소 |E|
- 범위 = 밴드갭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SSH model, assumptions, boundary conditions
발표 시간: 40초 | 구성: method
- tight-binding: 전자가 이웃 오비탈로 뛰어넘는 hopping만 고려 (수업 밖, 직접 공부)
- A, B 두 원자 / 굵은 선 t1(셀 안), 가는 선 t2(셀 사이), 점선 = 한 셀
- 가정: 최근접 hopping, 직교 오비탈, 온사이트 에너지 없음
- 경계: 주기(밴드), 열린(유한 사슬) / 규약: A에서 시작, 첫 결합 t1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Bloch Hamiltonian and the predicted gap
발표 시간: 30초 | 구성: method
- h = t1 + t2 e^{ika}, H = [[0, h*], [h, 0]], E± = ±|h|
- k = 0: t1 + t2 (가장 멂), k = π/a: |t1 − t2| (가장 가까움)
- 예측: 갭 = 2|t1 − t2| → 수치로 확인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Quantities computed
발표 시간: 30초 | 구성: method
- 계산할 양 3개 / 갭 = 위 밴드 최솟값 − 아래 밴드 최댓값
- 오른쪽 행렬은 예시이지 결과 아님
- 열린 사슬은 Bloch 정리 불가 → 실공간 대각화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Numerical workflow
발표 시간: 30초 | 구성: method
- 흐름: params.json → 대각화(2×2 per k, 2N×2N) → 해석식 비교 → 해상도 → output
- 선택 이유: 작아서 정확, 수렴 변수 없음
- 코드는 의사코드 / 난수 없음 → 같은 결과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Result: the gap depends on t1 − t2
발표 시간: 95초 | 구성: results
- 축: 가로 t2, 세로 갭 (t1 = 1) / 비교: 점(대각화) vs 회색선 2|t1 − t2|
- 변화: t2 = 0 → 2, t2 = 1 → 0, 1.5 → 1.0, 2 → 2.0 (브이)
- ▶ 시연 1 (노트북 §7 첫 셀): T2 = 0.5 → 0.9 → 1.0 → 1.5, 갭 1.000 → 0.200 → 0.000 → 1.000
- 오른쪽 위: (1, 0.5)와 (0.5, 1)의 밴드가 같음 → 갭은 t1과 t2의 차이로만 결정
- 의미: 셀당 전자 2개 → 아래 밴드 가득 → 절연체 또는 금속적
- 한계: hopping은 임의 단위, 실제 폴리아세틸렌 값 아님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Validation: analytic comparison and limits
발표 시간: 50초 | 구성: results
- 왼쪽: 가로 k, 세로 E / 회색 = 해석식, × = 20원자 고리 대각화, 차이 1e-15
- 표: SSH 2.2e-16, 갭 2.4e-16
- 극한: t1 = t2 (단원자 고리와 같음), t2 → 0 (|E| = t1), t1 → 0 (E = 0 상태 2개, 끝 사이트 확률 1)
- 의미: 코드가 모형을 맞게 풂 ≠ 모형이 물질을 맞게 나타냄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Numerical resolution and sampling
발표 시간: 45초 | 구성: results
- 축: 가로 N_k / 원자 수 / 셀 수, 세로 오차
- k 격자: 짝수 → k = π 포함 → 0, 홀수 → 건너뜀 (t2 = 0.5, 17점: +0.033)
- 고리: 홀수 N → 꼭대기 부족
- 사슬 길이: 10, 20, 40 → 0.033, 0.010, 0.0028, 2배 → 1/4 → 1/N_c²
- 샘플링 해당 없음: 결정론적, 불확도 = 기계 정밀도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Interpretation: why the gap opens
발표 시간: 50초 | 구성: interpretation
- 균일 사슬을 셀 2개로 세면 BZ 절반, 밴드 접힘 → k = π/a에서 만남
- t1 ≠ t2 → 주기 2배 섭동 → 갭 (1.2, 0.8이면 0.8)
- Peierls: 이론 인용, 증명하지 않음
- 전자 수: 단원자 사슬은 반만 참(금속), SSH는 아래 밴드 가득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Limitations and how to check them
발표 시간: 45초 | 구성: interpretation
- 실제 폴리아세틸렌 hopping 안 씀 → 문헌 값으로 반복
- 160셀까지, 갭이 작으면(t2 = 0.9) 점근 아님 → 더 긴 사슬
- 갭 안 상태의 이유 못 설명 → 기말
- 2차원, 상호작용은 범위 밖 / 시작 원자 규약 의존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Preliminary observation: states inside the gap
발표 시간: 45초 | 구성: conclusion
- 위: 에너지, 아래: 0에 가장 가까운 두 상태의 위치별 확률
- 왼쪽 t1 &gt; t2: 0개 (가장 가까운 값 0.51) / 오른쪽 t2 &gt; t1: 2개, 양 끝에 집중
- ▶ 시연 2 (노트북 §7 둘째 셀): (T1, T2, NC) = (1, 0.5, 20) → (0.5, 1, 20) → (0.5, 1, 5), 가장 작은 |E| 0.510 → 7.15e-07 → 2.35e-02
- 관찰만, 이유는 기말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Outlook: what the final project will test
발표 시간: 15초 | 구성: conclusion
- 기말 계획 3개: 진폭과 길이 의존, 무질서(평균 ± 표준오차), 대칭
- 계획이지 새 결과 아님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Summary
발표 시간: 25초 | 구성: conclusion
- 갭 = 2|t1 − t2|, t1 = t2에서 닫힘
- 해석식과 1e-15 일치, 유한 사슬 1/N_c²
- 예비 관찰 → 후속 연구, 감사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Backup: Bloch theorem and the Brillouin zone
발표 시간: 백업 | 구성: backup
- 질문: 왜 k를 한 구간만?
- 한 칸 이동 = 위상 e^{ika}, k ≡ k + 2π/a
- 각 k마다 작은 행렬 / 열린 사슬엔 불가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Backup: derivation of H(k)
발표 시간: 백업 | 구성: backup
- 질문: 2×2는 어디서?
- A에 이어진 B: 같은 셀 t1, 왼쪽 셀 t2 e^{−ika}
- 에르미티안 → 반대 성분은 복소공액, 대각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Backup: eigenvalues and the gap
발표 시간: 백업 | 구성: backup
- 질문: 에너지 유도
- det(H − E) = E² − |h|², |h|² = t1² + t2² + 2t1t2 cos ka
- 최소 (t1 − t2)² at k = π/a → 갭 = 2|t1 − t2|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Backup: monatomic chain (reference)
발표 시간: 백업 | 구성: backup
- 질문: 단원자 사슬
- E = ε0 − 2t cos ka, 폭 4t, 반만 참 → 금속
- t1 = t2 극한과 같음 (차이 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Backup: k-grid parity table
발표 시간: 백업 | 구성: backup
- 질문: k 점이 충분한가
- 짝수 N_k → k = π 포함 → 오차 0, 홀수 → 과대평가
- 갭이 작을수록 k 점 더 필요 (0.95: 17점 +0.273)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21. Backup: finite-chain gap convergence
발표 시간: 백업 | 구성: backup
- 질문: 왜 1/N_c²?
- |h| ≈ |t1 − t2| + t1t2 q²/(2|t1 − t2|), q ~ π/N_c
- 계수 4.93, 배율 3.30 → 3.90 / t2 = 0.9는 아직 2.4~3.5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22. Backup: reproducibility and sources
발표 시간: 백업 | 구성: backup
- README: 질문, 환경, 실행, 입력, 그림, 검증, 출처
- Run All 약 10초, python project.py, manifest.json / 노트북 §7 = 발표용 시연 셀(파일 저장 안 함)
- AI(Claude) 사용 공개, 설명 책임은 발표자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Gap of the SSH Chain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Tight-binding calculation: dependence on t₂/t₁ and convergence of a finite chain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05840" y="3429000"/>
            <a:ext cx="566928" cy="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72768" y="3429000"/>
            <a:ext cx="960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32888" y="3429000"/>
            <a:ext cx="566928" cy="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99816" y="3429000"/>
            <a:ext cx="960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59936" y="3429000"/>
            <a:ext cx="566928" cy="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6864" y="3429000"/>
            <a:ext cx="960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86984" y="3429000"/>
            <a:ext cx="566928" cy="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3429000"/>
            <a:ext cx="960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07008" y="3246120"/>
            <a:ext cx="365760" cy="365760"/>
          </a:xfrm>
          <a:prstGeom prst="ellipse">
            <a:avLst/>
          </a:prstGeom>
          <a:solidFill>
            <a:srgbClr val="E07A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67128" y="3246120"/>
            <a:ext cx="365760" cy="36576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34056" y="3246120"/>
            <a:ext cx="365760" cy="365760"/>
          </a:xfrm>
          <a:prstGeom prst="ellipse">
            <a:avLst/>
          </a:prstGeom>
          <a:solidFill>
            <a:srgbClr val="E07A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94176" y="3246120"/>
            <a:ext cx="365760" cy="36576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61104" y="3246120"/>
            <a:ext cx="365760" cy="365760"/>
          </a:xfrm>
          <a:prstGeom prst="ellipse">
            <a:avLst/>
          </a:prstGeom>
          <a:solidFill>
            <a:srgbClr val="E07A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21224" y="3246120"/>
            <a:ext cx="365760" cy="36576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88152" y="3246120"/>
            <a:ext cx="365760" cy="365760"/>
          </a:xfrm>
          <a:prstGeom prst="ellipse">
            <a:avLst/>
          </a:prstGeom>
          <a:solidFill>
            <a:srgbClr val="E07A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48272" y="3246120"/>
            <a:ext cx="365760" cy="36576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Hyosan Shin · PHY4008 Computational Physics · Midterm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from atoms to bands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fig_levels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3063240"/>
          </a:xfrm>
          <a:prstGeom prst="rect">
            <a:avLst/>
          </a:prstGeom>
        </p:spPr>
      </p:pic>
      <p:pic>
        <p:nvPicPr>
          <p:cNvPr id="9" name="Image 1" descr="fig_dimeriz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204825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54880" y="3337560"/>
            <a:ext cx="39319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atoms → N levels → a band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separates metals from semiconductors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bonds can open a gap (polyacetylene)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475488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schematic, not a calculation result.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and quantities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234440"/>
            <a:ext cx="78638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band gap change with t₂/t₁, and how well does a finite-chain calculation converge to it?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606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E±(k) from a 2×2 matrix at every 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91840" y="2606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91840" y="2606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E₊ − max E₋ over all k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26480" y="2606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2606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09360" y="2743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chain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|E| of an open chain (2N×2N matrix)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band gap. States inside the gap appear only as a preliminary observation.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model, assumptions, boundary conditions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7" name="Image 0" descr="fig_ssh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1828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3493008"/>
            <a:ext cx="23317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hopping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orbitals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on-site energy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29184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42900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3493008"/>
            <a:ext cx="23317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Periodic: bands, H(k)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finite chain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6364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3493008"/>
            <a:ext cx="23317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chain starts at 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bond is t₁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t₁, t₂ in arbitrary units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Hamiltonian and the predicted gap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754880" cy="3200400"/>
          </a:xfrm>
          <a:prstGeom prst="roundRect">
            <a:avLst>
              <a:gd name="adj" fmla="val 2286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pic>
        <p:nvPicPr>
          <p:cNvPr id="8" name="Image 0" descr="eq_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389120" cy="2743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4023360"/>
            <a:ext cx="4389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= 0 because there is no on-site energy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0" y="118872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0" y="118872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623560" y="1261872"/>
            <a:ext cx="29260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|E| = t₁ + t₂   (bands farthest)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0" y="228600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623560" y="2359152"/>
            <a:ext cx="29260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π/a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|E| = |t₁ − t₂|   (bands closest)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0" y="33832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623560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pic>
        <p:nvPicPr>
          <p:cNvPr id="17" name="Image 1" descr="eq_s18_g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657600"/>
            <a:ext cx="2743200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computed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572768"/>
            <a:ext cx="31089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of H(k) at each 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624328"/>
            <a:ext cx="31089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E₊ − max E₋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chain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675888"/>
            <a:ext cx="31089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|E| of the 2N×2N matrix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34440"/>
          <a:ext cx="4114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68680"/>
                <a:gridCol w="868680"/>
                <a:gridCol w="868680"/>
                <a:gridCol w="868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t₁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t₁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07A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t₂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07A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t₂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t₁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t₁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5720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for N</a:t>
            </a:r>
            <a:pPr indent="0" marL="0">
              <a:buNone/>
            </a:pPr>
            <a:r>
              <a:rPr lang="en-US" sz="1100" baseline="-40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 (4 atoms): an example, not a result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chain: no Bloch theorem, so diagonalize in real space.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workflow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344168"/>
            <a:ext cx="365760" cy="365760"/>
          </a:xfrm>
          <a:prstGeom prst="ellipse">
            <a:avLst/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225296"/>
            <a:ext cx="320040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input/params.json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423160" y="1874520"/>
            <a:ext cx="0" cy="182880"/>
          </a:xfrm>
          <a:prstGeom prst="line">
            <a:avLst/>
          </a:prstGeom>
          <a:noFill/>
          <a:ln w="1905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57200" y="20574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212848"/>
            <a:ext cx="365760" cy="365760"/>
          </a:xfrm>
          <a:prstGeom prst="ellipse">
            <a:avLst/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093976"/>
            <a:ext cx="320040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Diagonalize: 2×2 per k, 2N×2N for the open chain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23160" y="2743200"/>
            <a:ext cx="0" cy="182880"/>
          </a:xfrm>
          <a:prstGeom prst="line">
            <a:avLst/>
          </a:prstGeom>
          <a:noFill/>
          <a:ln w="1905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57200" y="29260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081528"/>
            <a:ext cx="365760" cy="365760"/>
          </a:xfrm>
          <a:prstGeom prst="ellipse">
            <a:avLst/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2962656"/>
            <a:ext cx="320040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analytic results; vary resolution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423160" y="3611880"/>
            <a:ext cx="0" cy="182880"/>
          </a:xfrm>
          <a:prstGeom prst="line">
            <a:avLst/>
          </a:prstGeom>
          <a:noFill/>
          <a:ln w="1905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57200" y="37947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950208"/>
            <a:ext cx="365760" cy="365760"/>
          </a:xfrm>
          <a:prstGeom prst="ellipse">
            <a:avLst/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3831336"/>
            <a:ext cx="320040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tables and figures to output/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663440" y="11887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00600" y="1325880"/>
            <a:ext cx="374904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params.json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grid: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t1 + t2 * exp(i*k*a)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E± = eigvalsh(2x2 matrix)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= min(E+) - max(E-)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H_chain = 2N x 2N, bonds t1, t2, t1,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eigvalsh(H_chain)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with analytic; save to output/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663440" y="4251960"/>
            <a:ext cx="4023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(the flow, not the exact code)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gap depends on t₁ − t₂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4462272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Live demo: notebook §7</a:t>
            </a:r>
            <a:endParaRPr lang="en-US" sz="1000" dirty="0"/>
          </a:p>
        </p:txBody>
      </p:sp>
      <p:pic>
        <p:nvPicPr>
          <p:cNvPr id="8" name="Image 0" descr="../midterm-tight-binding/output/figs/fig4_gap_vs_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206240" cy="29077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 t₂ (t₁ = 1): dots = diagonalization, gray = 2|t₁ − t₂|</a:t>
            </a:r>
            <a:endParaRPr lang="en-US" sz="1050" dirty="0"/>
          </a:p>
        </p:txBody>
      </p:sp>
      <p:pic>
        <p:nvPicPr>
          <p:cNvPr id="10" name="Image 1" descr="../midterm-tight-binding/output/figs/fig3_bands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3840480" cy="1490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4632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for (t₁, t₂) = (1, 0.5) and (0.5, 1): same shape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846320" y="30632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873752" y="3154680"/>
            <a:ext cx="113385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2|t₁ − t₂|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873752" y="3931920"/>
            <a:ext cx="113385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72200" y="30632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199632" y="3154680"/>
            <a:ext cx="113385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t₂ = t₁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199632" y="3931920"/>
            <a:ext cx="113385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closes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498080" y="30632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525512" y="3154680"/>
            <a:ext cx="113385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(1, 0.5) ≡ (0.5, 1)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525512" y="3931920"/>
            <a:ext cx="113385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bands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analytic comparison and limits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../midterm-tight-binding/output/figs/fig2_ring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651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Gray: analytic E(k). ×: diagonalization of a 20-atom ring.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 (N = 20) vs analytic E(k)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1.1×10⁻¹⁵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2×2 vs ±|h(k)|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2.2×10⁻¹⁶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2|t₁ − t₂|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2.4×10⁻¹⁶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 = t₂: SSH ring vs monatomic 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 → 0: dimers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|E| = t₁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 → 0: end atoms decouple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E = 0 states, end-site weight 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57200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checks show the code solves the model correctly, not that the model matches a real material.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resolution and sampling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../midterm-tight-binding/output/figs/fig8_re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2311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4747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30352" y="3502152"/>
            <a:ext cx="2514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grid: even N</a:t>
            </a:r>
            <a:pPr indent="0" marL="0">
              <a:buNone/>
            </a:pPr>
            <a:r>
              <a:rPr lang="en-US" sz="1100" baseline="-40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hits k = π, error 0; odd N</a:t>
            </a:r>
            <a:pPr indent="0" marL="0">
              <a:buNone/>
            </a:pPr>
            <a:r>
              <a:rPr lang="en-US" sz="1100" baseline="-40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skips it (t₂ = 0.5, N</a:t>
            </a:r>
            <a:pPr indent="0" marL="0">
              <a:buNone/>
            </a:pPr>
            <a:r>
              <a:rPr lang="en-US" sz="1100" baseline="-40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17: +0.033)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46120" y="34747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19272" y="3502152"/>
            <a:ext cx="2514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size: odd N misses the band top by 2t(1 − cos π/N)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34747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08192" y="3502152"/>
            <a:ext cx="2514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length: 0.033, 0.010, 0.0028 at N</a:t>
            </a:r>
            <a:pPr indent="0" marL="0">
              <a:buNone/>
            </a:pPr>
            <a:r>
              <a:rPr lang="en-US" sz="1100" baseline="-40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10, 20, 40, so error ∝ 1/N</a:t>
            </a:r>
            <a:pPr indent="0" marL="0">
              <a:buNone/>
            </a:pPr>
            <a:r>
              <a:rPr lang="en-US" sz="1100" baseline="-40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 not applicable. The calculation is deterministic (uncertainty ≈ machine precision).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why the gap opens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fig_fo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7680960" cy="2697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8404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30352" y="3858768"/>
            <a:ext cx="251460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chain, cell = 2 atoms: the zone halves, the band folds and touches at k = π/a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46120" y="38404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19272" y="3858768"/>
            <a:ext cx="251460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 ≠ t₂ doubles the period: the crossing splits, gap = 2|t₁ − t₂| (0.8 for 1.2, 0.8)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35040" y="38404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08192" y="3858768"/>
            <a:ext cx="251460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Electrons: monatomic chain half-filled (metal); SSH lower band full (insulator if gapped)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59028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Peierls instability: cited from theory, not derived here.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how to check them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3931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 / 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polyacetylene hopping values not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with literature t₁, t₂ and compare with the measured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length up to 160 cells; small gaps (e.g. t₂ = 0.9) not yet asymptotic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chains: check the 1/N</a:t>
                      </a:r>
                      <a:pPr indent="0" marL="0">
                        <a:buNone/>
                      </a:pPr>
                      <a:r>
                        <a:rPr lang="en-US" sz="1300" baseline="-400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² trend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 in-gap states persist is not explained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project: amplitude, length dependence, disorder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and electron–electron interaction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this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Convention: which atom the chain starts with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with B swaps which chain has the states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observation: states inside the gap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040880" y="384048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B2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&amp; summary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4462272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Live demo: notebook §7</a:t>
            </a:r>
            <a:endParaRPr lang="en-US" sz="1000" dirty="0"/>
          </a:p>
        </p:txBody>
      </p:sp>
      <p:pic>
        <p:nvPicPr>
          <p:cNvPr id="8" name="Image 0" descr="../midterm-tight-binding/output/figs/fig6_edge_st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074920" cy="338328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34440"/>
          <a:ext cx="2926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with |E| &lt; 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|E|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 &gt; t₂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 &gt; t₁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weight at both ends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 (7×10⁻⁷)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760720" y="301752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870448" y="3063240"/>
            <a:ext cx="2706624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only. Why these states exist and when they persist is not yet explained (final project).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5760720" y="4251960"/>
            <a:ext cx="2926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000" baseline="-40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20 cells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Outlook: what the final project will test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040880" y="384048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B2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&amp; summary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and length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651760"/>
            <a:ext cx="22402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state decays inward and how its distance from E = 0 depends on chain length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128016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1463040"/>
            <a:ext cx="365760" cy="365760"/>
          </a:xfrm>
          <a:prstGeom prst="ellipse">
            <a:avLst/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 and statistics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651760"/>
            <a:ext cx="22402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random perturbations keep E ≈ 0; mean ± standard error over many samples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26480" y="128016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0" y="1463040"/>
            <a:ext cx="365760" cy="365760"/>
          </a:xfrm>
          <a:prstGeom prst="ellipse">
            <a:avLst/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and winding number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2651760"/>
            <a:ext cx="22402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symmetry that explains the pairing of levels and the invariant that predicts the states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only. No new result is shown on this slide.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163D54"/>
          </a:solidFill>
          <a:ln w="12700">
            <a:solidFill>
              <a:srgbClr val="163D5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chain: bands, gap and a finite chain by matrix diagonalization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91840" y="118872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163D54"/>
          </a:solidFill>
          <a:ln w="12700">
            <a:solidFill>
              <a:srgbClr val="163D5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298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2|t₁ − t₂|, closing at t₁ = t₂. Agreement with analytic results ~10⁻¹⁵. Finite-chain gap converges as 1/N</a:t>
            </a:r>
            <a:pPr indent="0" marL="0">
              <a:buNone/>
            </a:pPr>
            <a:r>
              <a:rPr lang="en-US" sz="1300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18872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163D54"/>
          </a:solidFill>
          <a:ln w="12700">
            <a:solidFill>
              <a:srgbClr val="163D5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298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work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In-gap states of the finite chain: what they are and when they persist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2|t₁ − t₂|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gap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~10⁻¹⁵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analytic results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1/N</a:t>
            </a:r>
            <a:pPr algn="ctr" indent="0" marL="0">
              <a:buNone/>
            </a:pPr>
            <a:r>
              <a:rPr lang="en-US" sz="28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²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finite-chain convergence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Bloch theorem and the Brillouin zone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6B7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crystal repeats with period 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by a multiplies the state by a phase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and k + 2π/a label the same state, so k is needed in one zone only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Payoff: one small unit-cell matrix per 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usable for the open chain (periodicity broken)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0" y="118872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pic>
        <p:nvPicPr>
          <p:cNvPr id="9" name="Image 0" descr="eq_s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80160"/>
            <a:ext cx="2926080" cy="20391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2356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idea: the translation operator commutes with H, and its eigenvalues have modulus 1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derivation of H(k)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6B7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93776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atoms per cell → a 2×2 matrix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couples to the B in the same cell (strength t₁) and to the B in the cell on the left (strength t₂, with a phase)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Hermiticity fixes the other off-diagonal element as the complex conjugate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0: no on-site energy, no hopping between equal sublattices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puts h in the other off-diagonal slot: complex conjugate, same eigenvalues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577840" y="1188720"/>
            <a:ext cx="3108960" cy="2468880"/>
          </a:xfrm>
          <a:prstGeom prst="roundRect">
            <a:avLst>
              <a:gd name="adj" fmla="val 2963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pic>
        <p:nvPicPr>
          <p:cNvPr id="9" name="Image 0" descr="eq_s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280160"/>
            <a:ext cx="2834640" cy="18562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eigenvalues and the gap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6B7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93776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det(H − E) = E² − |h|² = 0 → E = ±|h|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|h|² = t₁² + t₂² + 2 t₁t₂ cos ka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ka = 1 (k = 0): |h| = t₁ + t₂ (maximum)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ka = −1 (k = π/a): |h| = |t₁ − t₂| (minimum)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2 min|h| = 2|t₁ − t₂|; symmetric under t₁ ↔ t₂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577840" y="118872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9" name="Image 0" descr="eq_s18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34440"/>
            <a:ext cx="292608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monatomic chain (reference)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6B7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7" name="Image 0" descr="../midterm-tight-binding/output/figs/fig1_monato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206240" cy="29443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937760" y="1188720"/>
            <a:ext cx="374904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E(k) = ε₀ − 2t cos ka, bandwidth 4t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k-points, 2N spin states, N electrons → half-filled → metal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Re-counting with a 2-atom cell folds the band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with t₁ = t₂ equals this chain (spectrum difference 0)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k-grid parity table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6B7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86968"/>
                <a:gridCol w="886968"/>
                <a:gridCol w="886968"/>
                <a:gridCol w="886968"/>
                <a:gridCol w="886968"/>
                <a:gridCol w="886968"/>
                <a:gridCol w="8961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error vs 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 = 0.5 (gap 1.0)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 = 0.95 (gap 0.1)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eq_s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0"/>
            <a:ext cx="8046720" cy="6400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even number of k points the grid contains k = π exactly (error 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odd number it reads the gap at π − π/N, which overestimates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smaller the gap, the finer the k grid must be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finite-chain gap convergence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6B7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pic>
        <p:nvPicPr>
          <p:cNvPr id="8" name="Image 0" descr="eq_s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7589520" cy="1298448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70432"/>
                <a:gridCol w="1170432"/>
                <a:gridCol w="1170432"/>
                <a:gridCol w="1170432"/>
                <a:gridCol w="1170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bulk |E| − |t₁ − t₂|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 = 0.5: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3.3e-02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1.0e-02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2.8e-03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7.3e-04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1.9e-04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 = 0.5: ratio to next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 = 0.9: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1.1e-01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4.7e-02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1.7e-02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5.4e-03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1.5e-03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 = 0.9: ratio to next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approach 4 as N</a:t>
            </a:r>
            <a:pPr indent="0" marL="0">
              <a:buNone/>
            </a:pPr>
            <a:r>
              <a:rPr lang="en-US" sz="1100" baseline="-40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grows; for the small gap (t₂ = 0.9) they are still 2.4 to 3.5.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reproducibility and 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06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6B7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402336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Restart Kernel and Run All (~10 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§7: live-demo cells (no files written)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project.py → output/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input/params.json holds every setting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manifest.json: SHA-256 of all files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requirements.txt: pinned versions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520440"/>
            <a:ext cx="40233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validation design, README and slides were written by Claude (Anthropic). The presenter is responsible for understanding the model, code, results and limits.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1508760"/>
            <a:ext cx="393192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P. Su, J. R. Schrieffer, A. J. Heeger, Phys. Rev. Lett. 42, 1698 (1979)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K. Asbóth, L. Oroszlány, A. Pályi, A Short Course on Topological Insulators (2016), arXiv:1509.02295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Peierls instability and zone folding: cited from theory, not derived here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 Gap of the SSH Chain</dc:title>
  <dc:subject>PptxGenJS Presentation</dc:subject>
  <dc:creator>Hyosan Shin</dc:creator>
  <cp:lastModifiedBy>Hyosan Shin</cp:lastModifiedBy>
  <cp:revision>1</cp:revision>
  <dcterms:created xsi:type="dcterms:W3CDTF">2026-10-12T10:45:09Z</dcterms:created>
  <dcterms:modified xsi:type="dcterms:W3CDTF">2026-10-12T10:45:09Z</dcterms:modified>
</cp:coreProperties>
</file>